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5.xml" ContentType="application/vnd.openxmlformats-officedocument.customXmlProperties+xml"/>
  <Override PartName="/customXml/itemProps1.xml" ContentType="application/vnd.openxmlformats-officedocument.customXmlProperties+xml"/>
  <Override PartName="/customXml/item2.xml" ContentType="application/xml"/>
  <Override PartName="/customXml/_rels/item5.xml.rels" ContentType="application/vnd.openxmlformats-package.relationships+xml"/>
  <Override PartName="/customXml/_rels/item2.xml.rels" ContentType="application/vnd.openxmlformats-package.relationships+xml"/>
  <Override PartName="/customXml/_rels/item4.xml.rels" ContentType="application/vnd.openxmlformats-package.relationships+xml"/>
  <Override PartName="/customXml/_rels/item3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customXml/item4.xml" ContentType="application/xml"/>
  <Override PartName="/customXml/itemProps4.xml" ContentType="application/vnd.openxmlformats-officedocument.customXmlProperties+xml"/>
  <Override PartName="/customXml/item5.xml" ContentType="application/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media/image26.jpeg" ContentType="image/jpeg"/>
  <Override PartName="/ppt/media/image25.png" ContentType="image/png"/>
  <Override PartName="/ppt/media/image24.png" ContentType="image/png"/>
  <Override PartName="/ppt/media/image23.png" ContentType="image/png"/>
  <Override PartName="/ppt/media/image5.png" ContentType="image/png"/>
  <Override PartName="/ppt/media/image29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32.png" ContentType="image/png"/>
  <Override PartName="/ppt/media/image12.png" ContentType="image/png"/>
  <Override PartName="/ppt/media/image8.png" ContentType="image/png"/>
  <Override PartName="/ppt/media/image33.png" ContentType="image/png"/>
  <Override PartName="/ppt/media/image13.png" ContentType="image/png"/>
  <Override PartName="/ppt/media/image9.png" ContentType="image/png"/>
  <Override PartName="/ppt/media/image31.jpeg" ContentType="image/jpeg"/>
  <Override PartName="/ppt/media/image4.png" ContentType="image/png"/>
  <Override PartName="/ppt/media/image30.png" ContentType="image/png"/>
  <Override PartName="/ppt/media/image3.jpeg" ContentType="image/jpeg"/>
  <Override PartName="/ppt/media/image15.png" ContentType="image/png"/>
  <Override PartName="/ppt/media/image1.jpeg" ContentType="image/jpeg"/>
  <Override PartName="/ppt/media/image10.png" ContentType="image/png"/>
  <Override PartName="/ppt/media/image27.jpeg" ContentType="image/jpeg"/>
  <Override PartName="/ppt/media/image14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8.jpeg" ContentType="image/jpeg"/>
  <Override PartName="/ppt/media/image20.png" ContentType="image/png"/>
  <Override PartName="/ppt/media/image2.jpeg" ContentType="image/jpeg"/>
  <Override PartName="/ppt/media/image19.png" ContentType="image/png"/>
  <Override PartName="/ppt/media/image21.png" ContentType="image/png"/>
  <Override PartName="/ppt/media/image22.png" ContentType="image/png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customXml" Target="../customXml/item4.xml"/><Relationship Id="rId8" Type="http://schemas.openxmlformats.org/officeDocument/2006/relationships/customXml" Target="../customXml/item5.xml"/><Relationship Id="rId9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/>
  <p:notesSz cx="7010400" cy="9296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 type="dt" idx="13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18" name="PlaceHolder 5"/>
          <p:cNvSpPr>
            <a:spLocks noGrp="1"/>
          </p:cNvSpPr>
          <p:nvPr>
            <p:ph type="ftr" idx="1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19" name="PlaceHolder 6"/>
          <p:cNvSpPr>
            <a:spLocks noGrp="1"/>
          </p:cNvSpPr>
          <p:nvPr>
            <p:ph type="sldNum" idx="1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175A356-903B-4B22-A1D0-F2B30D186E44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406440" y="696960"/>
            <a:ext cx="6196320" cy="348480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701280" y="4415040"/>
            <a:ext cx="5606280" cy="4182120"/>
          </a:xfrm>
          <a:prstGeom prst="rect">
            <a:avLst/>
          </a:prstGeom>
          <a:noFill/>
          <a:ln w="0">
            <a:noFill/>
          </a:ln>
        </p:spPr>
        <p:txBody>
          <a:bodyPr lIns="66600" rIns="66600" tIns="33480" bIns="3348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6"/>
          </p:nvPr>
        </p:nvSpPr>
        <p:spPr>
          <a:xfrm>
            <a:off x="3970800" y="8830080"/>
            <a:ext cx="3036600" cy="462960"/>
          </a:xfrm>
          <a:prstGeom prst="rect">
            <a:avLst/>
          </a:prstGeom>
          <a:noFill/>
          <a:ln w="0">
            <a:noFill/>
          </a:ln>
        </p:spPr>
        <p:txBody>
          <a:bodyPr lIns="66600" rIns="66600" tIns="33480" bIns="334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22C21BF-7EF4-485E-A42C-B09B1C11B707}" type="slidenum">
              <a:rPr b="0" lang="en-US" sz="900" spc="-1" strike="noStrike">
                <a:solidFill>
                  <a:srgbClr val="000000"/>
                </a:solidFill>
                <a:latin typeface="+mn-lt"/>
                <a:ea typeface="+mn-ea"/>
              </a:rPr>
              <a:t>11</a:t>
            </a:fld>
            <a:endParaRPr b="0" lang="en-IN" sz="9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406440" y="696960"/>
            <a:ext cx="6196320" cy="348480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701280" y="4415040"/>
            <a:ext cx="5606280" cy="4182120"/>
          </a:xfrm>
          <a:prstGeom prst="rect">
            <a:avLst/>
          </a:prstGeom>
          <a:noFill/>
          <a:ln w="0">
            <a:noFill/>
          </a:ln>
        </p:spPr>
        <p:txBody>
          <a:bodyPr lIns="66600" rIns="66600" tIns="33480" bIns="3348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7"/>
          </p:nvPr>
        </p:nvSpPr>
        <p:spPr>
          <a:xfrm>
            <a:off x="3970800" y="8830080"/>
            <a:ext cx="3036600" cy="462960"/>
          </a:xfrm>
          <a:prstGeom prst="rect">
            <a:avLst/>
          </a:prstGeom>
          <a:noFill/>
          <a:ln w="0">
            <a:noFill/>
          </a:ln>
        </p:spPr>
        <p:txBody>
          <a:bodyPr lIns="66600" rIns="66600" tIns="33480" bIns="334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339A1EA-9448-4B54-A071-13BE1B06195C}" type="slidenum">
              <a:rPr b="0" lang="en-US" sz="900" spc="-1" strike="noStrike">
                <a:solidFill>
                  <a:srgbClr val="000000"/>
                </a:solidFill>
                <a:latin typeface="+mn-lt"/>
                <a:ea typeface="+mn-ea"/>
              </a:rPr>
              <a:t>11</a:t>
            </a:fld>
            <a:endParaRPr b="0" lang="en-IN" sz="9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406440" y="696960"/>
            <a:ext cx="6196320" cy="348480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701280" y="4415040"/>
            <a:ext cx="5606280" cy="4182120"/>
          </a:xfrm>
          <a:prstGeom prst="rect">
            <a:avLst/>
          </a:prstGeom>
          <a:noFill/>
          <a:ln w="0">
            <a:noFill/>
          </a:ln>
        </p:spPr>
        <p:txBody>
          <a:bodyPr lIns="66600" rIns="66600" tIns="33480" bIns="3348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8"/>
          </p:nvPr>
        </p:nvSpPr>
        <p:spPr>
          <a:xfrm>
            <a:off x="3970800" y="8830080"/>
            <a:ext cx="3036600" cy="462960"/>
          </a:xfrm>
          <a:prstGeom prst="rect">
            <a:avLst/>
          </a:prstGeom>
          <a:noFill/>
          <a:ln w="0">
            <a:noFill/>
          </a:ln>
        </p:spPr>
        <p:txBody>
          <a:bodyPr lIns="66600" rIns="66600" tIns="33480" bIns="334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C028C66-3E50-4733-944A-55A9B68D16B5}" type="slidenum">
              <a:rPr b="0" lang="en-US" sz="900" spc="-1" strike="noStrike">
                <a:solidFill>
                  <a:srgbClr val="000000"/>
                </a:solidFill>
                <a:latin typeface="+mn-lt"/>
                <a:ea typeface="+mn-ea"/>
              </a:rPr>
              <a:t>11</a:t>
            </a:fld>
            <a:endParaRPr b="0" lang="en-IN" sz="9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406440" y="696960"/>
            <a:ext cx="6196320" cy="348480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701280" y="4415040"/>
            <a:ext cx="5606280" cy="4182120"/>
          </a:xfrm>
          <a:prstGeom prst="rect">
            <a:avLst/>
          </a:prstGeom>
          <a:noFill/>
          <a:ln w="0">
            <a:noFill/>
          </a:ln>
        </p:spPr>
        <p:txBody>
          <a:bodyPr lIns="66600" rIns="66600" tIns="33480" bIns="3348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9"/>
          </p:nvPr>
        </p:nvSpPr>
        <p:spPr>
          <a:xfrm>
            <a:off x="3970800" y="8830080"/>
            <a:ext cx="3036600" cy="462960"/>
          </a:xfrm>
          <a:prstGeom prst="rect">
            <a:avLst/>
          </a:prstGeom>
          <a:noFill/>
          <a:ln w="0">
            <a:noFill/>
          </a:ln>
        </p:spPr>
        <p:txBody>
          <a:bodyPr lIns="66600" rIns="66600" tIns="33480" bIns="334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1B226DF-EDD5-4D40-9A1D-56EB5EA4D301}" type="slidenum">
              <a:rPr b="0" lang="en-US" sz="900" spc="-1" strike="noStrike">
                <a:solidFill>
                  <a:srgbClr val="000000"/>
                </a:solidFill>
                <a:latin typeface="+mn-lt"/>
                <a:ea typeface="+mn-ea"/>
              </a:rPr>
              <a:t>11</a:t>
            </a:fld>
            <a:endParaRPr b="0" lang="en-IN" sz="9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406440" y="696960"/>
            <a:ext cx="6196320" cy="348480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701280" y="4415040"/>
            <a:ext cx="5606280" cy="4182120"/>
          </a:xfrm>
          <a:prstGeom prst="rect">
            <a:avLst/>
          </a:prstGeom>
          <a:noFill/>
          <a:ln w="0">
            <a:noFill/>
          </a:ln>
        </p:spPr>
        <p:txBody>
          <a:bodyPr lIns="66600" rIns="66600" tIns="33480" bIns="3348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20"/>
          </p:nvPr>
        </p:nvSpPr>
        <p:spPr>
          <a:xfrm>
            <a:off x="3970800" y="8830080"/>
            <a:ext cx="3036600" cy="462960"/>
          </a:xfrm>
          <a:prstGeom prst="rect">
            <a:avLst/>
          </a:prstGeom>
          <a:noFill/>
          <a:ln w="0">
            <a:noFill/>
          </a:ln>
        </p:spPr>
        <p:txBody>
          <a:bodyPr lIns="66600" rIns="66600" tIns="33480" bIns="334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1885B7F-D869-4279-803A-6C1FC6E39932}" type="slidenum">
              <a:rPr b="0" lang="en-US" sz="900" spc="-1" strike="noStrike">
                <a:solidFill>
                  <a:srgbClr val="000000"/>
                </a:solidFill>
                <a:latin typeface="+mn-lt"/>
                <a:ea typeface="+mn-ea"/>
              </a:rPr>
              <a:t>11</a:t>
            </a:fld>
            <a:endParaRPr b="0" lang="en-IN" sz="9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406440" y="696960"/>
            <a:ext cx="6196320" cy="348480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701280" y="4415040"/>
            <a:ext cx="5606280" cy="4182120"/>
          </a:xfrm>
          <a:prstGeom prst="rect">
            <a:avLst/>
          </a:prstGeom>
          <a:noFill/>
          <a:ln w="0">
            <a:noFill/>
          </a:ln>
        </p:spPr>
        <p:txBody>
          <a:bodyPr lIns="66600" rIns="66600" tIns="33480" bIns="3348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21"/>
          </p:nvPr>
        </p:nvSpPr>
        <p:spPr>
          <a:xfrm>
            <a:off x="3970800" y="8830080"/>
            <a:ext cx="3036600" cy="462960"/>
          </a:xfrm>
          <a:prstGeom prst="rect">
            <a:avLst/>
          </a:prstGeom>
          <a:noFill/>
          <a:ln w="0">
            <a:noFill/>
          </a:ln>
        </p:spPr>
        <p:txBody>
          <a:bodyPr lIns="66600" rIns="66600" tIns="33480" bIns="334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7E0D5A6-8385-475D-A299-28E938A5A15C}" type="slidenum">
              <a:rPr b="0" lang="en-US" sz="900" spc="-1" strike="noStrike">
                <a:solidFill>
                  <a:srgbClr val="000000"/>
                </a:solidFill>
                <a:latin typeface="+mn-lt"/>
                <a:ea typeface="+mn-ea"/>
              </a:rPr>
              <a:t>11</a:t>
            </a:fld>
            <a:endParaRPr b="0" lang="en-IN" sz="9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406440" y="696960"/>
            <a:ext cx="6196320" cy="348480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701280" y="4415040"/>
            <a:ext cx="5606280" cy="4182120"/>
          </a:xfrm>
          <a:prstGeom prst="rect">
            <a:avLst/>
          </a:prstGeom>
          <a:noFill/>
          <a:ln w="0">
            <a:noFill/>
          </a:ln>
        </p:spPr>
        <p:txBody>
          <a:bodyPr lIns="66600" rIns="66600" tIns="33480" bIns="3348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22"/>
          </p:nvPr>
        </p:nvSpPr>
        <p:spPr>
          <a:xfrm>
            <a:off x="3970800" y="8830080"/>
            <a:ext cx="3036600" cy="462960"/>
          </a:xfrm>
          <a:prstGeom prst="rect">
            <a:avLst/>
          </a:prstGeom>
          <a:noFill/>
          <a:ln w="0">
            <a:noFill/>
          </a:ln>
        </p:spPr>
        <p:txBody>
          <a:bodyPr lIns="66600" rIns="66600" tIns="33480" bIns="334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44C3380-4EE2-428E-9757-39ADD2BA9B57}" type="slidenum">
              <a:rPr b="0" lang="en-US" sz="900" spc="-1" strike="noStrike">
                <a:solidFill>
                  <a:srgbClr val="000000"/>
                </a:solidFill>
                <a:latin typeface="+mn-lt"/>
                <a:ea typeface="+mn-ea"/>
              </a:rPr>
              <a:t>11</a:t>
            </a:fld>
            <a:endParaRPr b="0" lang="en-IN" sz="9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406440" y="696960"/>
            <a:ext cx="6196320" cy="348480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701280" y="4415040"/>
            <a:ext cx="5606280" cy="4182120"/>
          </a:xfrm>
          <a:prstGeom prst="rect">
            <a:avLst/>
          </a:prstGeom>
          <a:noFill/>
          <a:ln w="0">
            <a:noFill/>
          </a:ln>
        </p:spPr>
        <p:txBody>
          <a:bodyPr lIns="66600" rIns="66600" tIns="33480" bIns="3348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23"/>
          </p:nvPr>
        </p:nvSpPr>
        <p:spPr>
          <a:xfrm>
            <a:off x="3970800" y="8830080"/>
            <a:ext cx="3036600" cy="462960"/>
          </a:xfrm>
          <a:prstGeom prst="rect">
            <a:avLst/>
          </a:prstGeom>
          <a:noFill/>
          <a:ln w="0">
            <a:noFill/>
          </a:ln>
        </p:spPr>
        <p:txBody>
          <a:bodyPr lIns="66600" rIns="66600" tIns="33480" bIns="334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4BCF472-3C11-4F69-B765-FD2A41C590FE}" type="slidenum">
              <a:rPr b="0" lang="en-US" sz="9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9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406440" y="696960"/>
            <a:ext cx="6196320" cy="348480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701280" y="4415040"/>
            <a:ext cx="5606280" cy="4182120"/>
          </a:xfrm>
          <a:prstGeom prst="rect">
            <a:avLst/>
          </a:prstGeom>
          <a:noFill/>
          <a:ln w="0">
            <a:noFill/>
          </a:ln>
        </p:spPr>
        <p:txBody>
          <a:bodyPr lIns="66600" rIns="66600" tIns="33480" bIns="3348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24"/>
          </p:nvPr>
        </p:nvSpPr>
        <p:spPr>
          <a:xfrm>
            <a:off x="3970800" y="8830080"/>
            <a:ext cx="3036600" cy="462960"/>
          </a:xfrm>
          <a:prstGeom prst="rect">
            <a:avLst/>
          </a:prstGeom>
          <a:noFill/>
          <a:ln w="0">
            <a:noFill/>
          </a:ln>
        </p:spPr>
        <p:txBody>
          <a:bodyPr lIns="66600" rIns="66600" tIns="33480" bIns="334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4626752-7537-4DD1-AE12-79ED76A3FCB6}" type="slidenum">
              <a:rPr b="0" lang="en-US" sz="9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9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406440" y="696960"/>
            <a:ext cx="6196320" cy="348480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701280" y="4415040"/>
            <a:ext cx="5606280" cy="4182120"/>
          </a:xfrm>
          <a:prstGeom prst="rect">
            <a:avLst/>
          </a:prstGeom>
          <a:noFill/>
          <a:ln w="0">
            <a:noFill/>
          </a:ln>
        </p:spPr>
        <p:txBody>
          <a:bodyPr lIns="66600" rIns="66600" tIns="33480" bIns="3348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25"/>
          </p:nvPr>
        </p:nvSpPr>
        <p:spPr>
          <a:xfrm>
            <a:off x="3970800" y="8830080"/>
            <a:ext cx="3036600" cy="462960"/>
          </a:xfrm>
          <a:prstGeom prst="rect">
            <a:avLst/>
          </a:prstGeom>
          <a:noFill/>
          <a:ln w="0">
            <a:noFill/>
          </a:ln>
        </p:spPr>
        <p:txBody>
          <a:bodyPr lIns="66600" rIns="66600" tIns="33480" bIns="3348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12577CE-B168-4E90-9A09-10022CAFB78D}" type="slidenum">
              <a:rPr b="0" lang="en-US" sz="9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9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BF6C075-3744-4147-9491-9E051CBE0D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C1982F-5F05-45AB-8156-36789FEB99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685319-5D07-4719-860A-86A4550118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226A6CB-7EBB-4160-ACD6-9530336F6E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DC6C07-37C2-42BE-B46D-72EAE3248E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CB09289-AE80-4640-90FB-BEDBF59085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2818803-50BF-472E-81C1-8986DC9534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ADE2F1A-A823-4C1D-83CA-1B846595E3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9F0413A-D244-4ED1-B8B5-4492EFD4FD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A11A7EA-3202-4150-A593-6D6C4A4F00D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2D702C3-8274-4734-94EF-CEC84BE7DA1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D721B8-6972-40DF-AB42-0EAF59919AE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C1FEE34-9F1E-487F-BBA3-342E890F17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4C32BB9-AA77-4D5D-86A4-F29177C2A1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9A622EA-757F-4880-9E2F-D3A6CCA9B4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0FD3AC2-EE0B-4B54-9392-EE2A56B3A3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1CC7E42-B4FB-43C4-BB25-96801C1EF26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805506A-DB61-4AED-91E0-E3578F1866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FC1EE3D-9C49-44B9-88DD-F9F1E97387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A175083-0093-4ADE-8514-D60DD5AA45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6742F4D-5857-46A3-9F29-FC14920721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B8C56DA-13E9-474F-9C4C-DAA55699C4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7CA2280-999F-464E-97DE-2A482F0F0CA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6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7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6EA7BEE-1432-41BC-A36B-EAD7A8A3AA7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C64B367-668B-4D82-AAD5-3EC42B3F4E3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9919334-2ACF-4F47-9A32-457376A7FE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FBEEE42-7CB9-4CE8-B9BA-78EDFE62F5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AAFE78D-E5F1-47A8-BFE4-8012C4F511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EFA1616-EDC1-459C-BB71-B4714D02EB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17ABD59-4CF7-401E-A011-E682DBD41C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84255F0-15C9-4AB0-98C3-7C1D57F47B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FFAC881-A82A-46BE-81B7-F25A33306C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A0C63CC-6E38-4B83-9A09-67258F1EA7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90CC96A-A97B-47C2-A255-0A6AAC384D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C563115-7969-4148-B352-1178EC899F2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0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F5665EB-632C-4338-BB80-5361C624421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DD83E4A-3E42-4A4F-98B5-9007163547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4F1452F-9EC3-42D8-B8B5-F1D25427FB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101297E-340E-4197-B3D1-2210596C0C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C214C5C-5CCE-4970-B3D8-8F4DFA96AF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A6845C0-D101-4E63-9260-50ECA62F7D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AEBE8B1-6C39-4AC0-B17A-7ECB67D201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82D71C3-5672-4FA0-8413-5B62B9437A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1CFAE21-09E2-4928-98C4-178F6C7BA7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E6FB236-EADA-4C07-8E47-23392ED620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43643AF-1DF3-4D00-994E-9F3F340965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06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D7379DF-2CD1-494C-B4D0-A4AF6CE0E91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1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2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3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2B87B1E-4077-457E-87B2-946C31A4492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slideLayout" Target="../slideLayouts/slideLayout13.xml"/><Relationship Id="rId27" Type="http://schemas.openxmlformats.org/officeDocument/2006/relationships/slideLayout" Target="../slideLayouts/slideLayout14.xml"/><Relationship Id="rId28" Type="http://schemas.openxmlformats.org/officeDocument/2006/relationships/slideLayout" Target="../slideLayouts/slideLayout15.xml"/><Relationship Id="rId29" Type="http://schemas.openxmlformats.org/officeDocument/2006/relationships/slideLayout" Target="../slideLayouts/slideLayout16.xml"/><Relationship Id="rId30" Type="http://schemas.openxmlformats.org/officeDocument/2006/relationships/slideLayout" Target="../slideLayouts/slideLayout17.xml"/><Relationship Id="rId31" Type="http://schemas.openxmlformats.org/officeDocument/2006/relationships/slideLayout" Target="../slideLayouts/slideLayout18.xml"/><Relationship Id="rId32" Type="http://schemas.openxmlformats.org/officeDocument/2006/relationships/slideLayout" Target="../slideLayouts/slideLayout19.xml"/><Relationship Id="rId33" Type="http://schemas.openxmlformats.org/officeDocument/2006/relationships/slideLayout" Target="../slideLayouts/slideLayout20.xml"/><Relationship Id="rId34" Type="http://schemas.openxmlformats.org/officeDocument/2006/relationships/slideLayout" Target="../slideLayouts/slideLayout21.xml"/><Relationship Id="rId35" Type="http://schemas.openxmlformats.org/officeDocument/2006/relationships/slideLayout" Target="../slideLayouts/slideLayout22.xml"/><Relationship Id="rId36" Type="http://schemas.openxmlformats.org/officeDocument/2006/relationships/slideLayout" Target="../slideLayouts/slideLayout23.xml"/><Relationship Id="rId37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6.jpe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7.jpeg"/><Relationship Id="rId3" Type="http://schemas.openxmlformats.org/officeDocument/2006/relationships/image" Target="../media/image28.jpe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bk object 16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ftr" idx="1"/>
          </p:nvPr>
        </p:nvSpPr>
        <p:spPr>
          <a:xfrm>
            <a:off x="4974480" y="7653600"/>
            <a:ext cx="4680360" cy="2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ldNum" idx="2"/>
          </p:nvPr>
        </p:nvSpPr>
        <p:spPr>
          <a:xfrm>
            <a:off x="10533960" y="7653600"/>
            <a:ext cx="3363480" cy="2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8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21403BB-4E2E-45C6-AEE1-675398CFB574}" type="slidenum">
              <a:rPr b="0" lang="en-US" sz="18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800" spc="-1" strike="noStrike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3"/>
          </p:nvPr>
        </p:nvSpPr>
        <p:spPr>
          <a:xfrm>
            <a:off x="731520" y="7653600"/>
            <a:ext cx="3363480" cy="2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k object 16" hidden="1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bk object 16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bk object 17"/>
          <p:cNvSpPr/>
          <p:nvPr/>
        </p:nvSpPr>
        <p:spPr>
          <a:xfrm>
            <a:off x="14311080" y="262080"/>
            <a:ext cx="318600" cy="297720"/>
          </a:xfrm>
          <a:custGeom>
            <a:avLst/>
            <a:gdLst/>
            <a:ahLst/>
            <a:rect l="l" t="t" r="r" b="b"/>
            <a:pathLst>
              <a:path w="320040" h="299084">
                <a:moveTo>
                  <a:pt x="0" y="0"/>
                </a:moveTo>
                <a:lnTo>
                  <a:pt x="319453" y="0"/>
                </a:lnTo>
                <a:lnTo>
                  <a:pt x="319453" y="298606"/>
                </a:lnTo>
                <a:lnTo>
                  <a:pt x="0" y="298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bk object 18"/>
          <p:cNvSpPr/>
          <p:nvPr/>
        </p:nvSpPr>
        <p:spPr>
          <a:xfrm>
            <a:off x="12526920" y="262080"/>
            <a:ext cx="2102400" cy="297720"/>
          </a:xfrm>
          <a:custGeom>
            <a:avLst/>
            <a:gdLst/>
            <a:ahLst/>
            <a:rect l="l" t="t" r="r" b="b"/>
            <a:pathLst>
              <a:path w="2103755" h="299084">
                <a:moveTo>
                  <a:pt x="1790877" y="0"/>
                </a:moveTo>
                <a:lnTo>
                  <a:pt x="0" y="0"/>
                </a:lnTo>
                <a:lnTo>
                  <a:pt x="0" y="298606"/>
                </a:lnTo>
                <a:lnTo>
                  <a:pt x="2103616" y="298606"/>
                </a:lnTo>
                <a:lnTo>
                  <a:pt x="1790877" y="0"/>
                </a:lnTo>
                <a:close/>
              </a:path>
            </a:pathLst>
          </a:custGeom>
          <a:solidFill>
            <a:srgbClr val="0061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bk object 19"/>
          <p:cNvSpPr/>
          <p:nvPr/>
        </p:nvSpPr>
        <p:spPr>
          <a:xfrm>
            <a:off x="12700080" y="352440"/>
            <a:ext cx="87120" cy="11808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bk object 20"/>
          <p:cNvSpPr/>
          <p:nvPr/>
        </p:nvSpPr>
        <p:spPr>
          <a:xfrm>
            <a:off x="13764240" y="349920"/>
            <a:ext cx="110160" cy="12204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bk object 21"/>
          <p:cNvSpPr/>
          <p:nvPr/>
        </p:nvSpPr>
        <p:spPr>
          <a:xfrm>
            <a:off x="13445280" y="374760"/>
            <a:ext cx="360" cy="95760"/>
          </a:xfrm>
          <a:custGeom>
            <a:avLst/>
            <a:gdLst/>
            <a:ahLst/>
            <a:rect l="l" t="t" r="r" b="b"/>
            <a:pathLst>
              <a:path w="0" h="97154">
                <a:moveTo>
                  <a:pt x="0" y="0"/>
                </a:moveTo>
                <a:lnTo>
                  <a:pt x="0" y="97063"/>
                </a:lnTo>
              </a:path>
            </a:pathLst>
          </a:custGeom>
          <a:noFill/>
          <a:ln w="24918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bk object 22"/>
          <p:cNvSpPr/>
          <p:nvPr/>
        </p:nvSpPr>
        <p:spPr>
          <a:xfrm>
            <a:off x="13393080" y="363960"/>
            <a:ext cx="102600" cy="360"/>
          </a:xfrm>
          <a:custGeom>
            <a:avLst/>
            <a:gdLst/>
            <a:ahLst/>
            <a:rect l="l" t="t" r="r" b="b"/>
            <a:pathLst>
              <a:path w="104140" h="0">
                <a:moveTo>
                  <a:pt x="0" y="0"/>
                </a:moveTo>
                <a:lnTo>
                  <a:pt x="103805" y="0"/>
                </a:lnTo>
              </a:path>
            </a:pathLst>
          </a:custGeom>
          <a:noFill/>
          <a:ln w="21984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bk object 23"/>
          <p:cNvSpPr/>
          <p:nvPr/>
        </p:nvSpPr>
        <p:spPr>
          <a:xfrm>
            <a:off x="12979800" y="351360"/>
            <a:ext cx="111600" cy="11916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bk object 24"/>
          <p:cNvSpPr/>
          <p:nvPr/>
        </p:nvSpPr>
        <p:spPr>
          <a:xfrm>
            <a:off x="14054040" y="349920"/>
            <a:ext cx="104400" cy="12168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bk object 25"/>
          <p:cNvSpPr/>
          <p:nvPr/>
        </p:nvSpPr>
        <p:spPr>
          <a:xfrm>
            <a:off x="13135680" y="351720"/>
            <a:ext cx="97200" cy="11880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bk object 26"/>
          <p:cNvSpPr/>
          <p:nvPr/>
        </p:nvSpPr>
        <p:spPr>
          <a:xfrm>
            <a:off x="12911400" y="418680"/>
            <a:ext cx="24120" cy="51840"/>
          </a:xfrm>
          <a:custGeom>
            <a:avLst/>
            <a:gdLst/>
            <a:ahLst/>
            <a:rect l="l" t="t" r="r" b="b"/>
            <a:pathLst>
              <a:path w="25400" h="53340">
                <a:moveTo>
                  <a:pt x="24912" y="0"/>
                </a:moveTo>
                <a:lnTo>
                  <a:pt x="0" y="0"/>
                </a:lnTo>
                <a:lnTo>
                  <a:pt x="0" y="53251"/>
                </a:lnTo>
                <a:lnTo>
                  <a:pt x="24912" y="53251"/>
                </a:lnTo>
                <a:lnTo>
                  <a:pt x="24912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bk object 27"/>
          <p:cNvSpPr/>
          <p:nvPr/>
        </p:nvSpPr>
        <p:spPr>
          <a:xfrm>
            <a:off x="12838680" y="418320"/>
            <a:ext cx="24120" cy="51840"/>
          </a:xfrm>
          <a:custGeom>
            <a:avLst/>
            <a:gdLst/>
            <a:ahLst/>
            <a:rect l="l" t="t" r="r" b="b"/>
            <a:pathLst>
              <a:path w="25400" h="53340">
                <a:moveTo>
                  <a:pt x="0" y="53340"/>
                </a:moveTo>
                <a:lnTo>
                  <a:pt x="24911" y="53340"/>
                </a:lnTo>
                <a:lnTo>
                  <a:pt x="24911" y="0"/>
                </a:lnTo>
                <a:lnTo>
                  <a:pt x="0" y="0"/>
                </a:lnTo>
                <a:lnTo>
                  <a:pt x="0" y="5334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bk object 28"/>
          <p:cNvSpPr/>
          <p:nvPr/>
        </p:nvSpPr>
        <p:spPr>
          <a:xfrm>
            <a:off x="12838680" y="407520"/>
            <a:ext cx="96480" cy="360"/>
          </a:xfrm>
          <a:custGeom>
            <a:avLst/>
            <a:gdLst/>
            <a:ahLst/>
            <a:rect l="l" t="t" r="r" b="b"/>
            <a:pathLst>
              <a:path w="97790" h="0">
                <a:moveTo>
                  <a:pt x="0" y="0"/>
                </a:moveTo>
                <a:lnTo>
                  <a:pt x="97379" y="0"/>
                </a:lnTo>
              </a:path>
            </a:pathLst>
          </a:custGeom>
          <a:noFill/>
          <a:ln w="21589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bk object 29"/>
          <p:cNvSpPr/>
          <p:nvPr/>
        </p:nvSpPr>
        <p:spPr>
          <a:xfrm>
            <a:off x="12838680" y="352440"/>
            <a:ext cx="24120" cy="42840"/>
          </a:xfrm>
          <a:custGeom>
            <a:avLst/>
            <a:gdLst/>
            <a:ahLst/>
            <a:rect l="l" t="t" r="r" b="b"/>
            <a:pathLst>
              <a:path w="25400" h="44450">
                <a:moveTo>
                  <a:pt x="0" y="44450"/>
                </a:moveTo>
                <a:lnTo>
                  <a:pt x="24911" y="44450"/>
                </a:lnTo>
                <a:lnTo>
                  <a:pt x="24911" y="0"/>
                </a:lnTo>
                <a:lnTo>
                  <a:pt x="0" y="0"/>
                </a:lnTo>
                <a:lnTo>
                  <a:pt x="0" y="4445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bk object 30"/>
          <p:cNvSpPr/>
          <p:nvPr/>
        </p:nvSpPr>
        <p:spPr>
          <a:xfrm>
            <a:off x="12911400" y="352800"/>
            <a:ext cx="24120" cy="42840"/>
          </a:xfrm>
          <a:custGeom>
            <a:avLst/>
            <a:gdLst/>
            <a:ahLst/>
            <a:rect l="l" t="t" r="r" b="b"/>
            <a:pathLst>
              <a:path w="25400" h="44450">
                <a:moveTo>
                  <a:pt x="24912" y="0"/>
                </a:moveTo>
                <a:lnTo>
                  <a:pt x="0" y="0"/>
                </a:lnTo>
                <a:lnTo>
                  <a:pt x="0" y="43910"/>
                </a:lnTo>
                <a:lnTo>
                  <a:pt x="24912" y="43910"/>
                </a:lnTo>
                <a:lnTo>
                  <a:pt x="24912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bk object 31"/>
          <p:cNvSpPr/>
          <p:nvPr/>
        </p:nvSpPr>
        <p:spPr>
          <a:xfrm>
            <a:off x="14210640" y="352800"/>
            <a:ext cx="80640" cy="11772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bk object 32"/>
          <p:cNvSpPr/>
          <p:nvPr/>
        </p:nvSpPr>
        <p:spPr>
          <a:xfrm>
            <a:off x="13644000" y="352800"/>
            <a:ext cx="80640" cy="11772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bk object 33"/>
          <p:cNvSpPr/>
          <p:nvPr/>
        </p:nvSpPr>
        <p:spPr>
          <a:xfrm>
            <a:off x="13258800" y="351360"/>
            <a:ext cx="111600" cy="11916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bk object 34"/>
          <p:cNvSpPr/>
          <p:nvPr/>
        </p:nvSpPr>
        <p:spPr>
          <a:xfrm>
            <a:off x="13925520" y="351720"/>
            <a:ext cx="97200" cy="11880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bk object 35"/>
          <p:cNvSpPr/>
          <p:nvPr/>
        </p:nvSpPr>
        <p:spPr>
          <a:xfrm>
            <a:off x="945720" y="632880"/>
            <a:ext cx="15120" cy="77400"/>
          </a:xfrm>
          <a:custGeom>
            <a:avLst/>
            <a:gdLst/>
            <a:ahLst/>
            <a:rect l="l" t="t" r="r" b="b"/>
            <a:pathLst>
              <a:path w="16509" h="78740">
                <a:moveTo>
                  <a:pt x="16431" y="0"/>
                </a:moveTo>
                <a:lnTo>
                  <a:pt x="0" y="0"/>
                </a:lnTo>
                <a:lnTo>
                  <a:pt x="0" y="78408"/>
                </a:lnTo>
                <a:lnTo>
                  <a:pt x="16431" y="78408"/>
                </a:lnTo>
                <a:lnTo>
                  <a:pt x="16431" y="0"/>
                </a:lnTo>
                <a:close/>
              </a:path>
            </a:pathLst>
          </a:custGeom>
          <a:solidFill>
            <a:srgbClr val="2b29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bk object 36"/>
          <p:cNvSpPr/>
          <p:nvPr/>
        </p:nvSpPr>
        <p:spPr>
          <a:xfrm>
            <a:off x="849600" y="632880"/>
            <a:ext cx="60120" cy="78480"/>
          </a:xfrm>
          <a:custGeom>
            <a:avLst/>
            <a:gdLst/>
            <a:ahLst/>
            <a:rect l="l" t="t" r="r" b="b"/>
            <a:pathLst>
              <a:path w="61594" h="80009">
                <a:moveTo>
                  <a:pt x="33487" y="31054"/>
                </a:moveTo>
                <a:lnTo>
                  <a:pt x="15886" y="31054"/>
                </a:lnTo>
                <a:lnTo>
                  <a:pt x="53863" y="79413"/>
                </a:lnTo>
                <a:lnTo>
                  <a:pt x="61163" y="79413"/>
                </a:lnTo>
                <a:lnTo>
                  <a:pt x="61163" y="45645"/>
                </a:lnTo>
                <a:lnTo>
                  <a:pt x="45280" y="45645"/>
                </a:lnTo>
                <a:lnTo>
                  <a:pt x="33487" y="31054"/>
                </a:lnTo>
                <a:close/>
              </a:path>
              <a:path w="61594" h="80009">
                <a:moveTo>
                  <a:pt x="8388" y="0"/>
                </a:moveTo>
                <a:lnTo>
                  <a:pt x="0" y="0"/>
                </a:lnTo>
                <a:lnTo>
                  <a:pt x="0" y="78408"/>
                </a:lnTo>
                <a:lnTo>
                  <a:pt x="15886" y="78408"/>
                </a:lnTo>
                <a:lnTo>
                  <a:pt x="15886" y="31054"/>
                </a:lnTo>
                <a:lnTo>
                  <a:pt x="33487" y="31054"/>
                </a:lnTo>
                <a:lnTo>
                  <a:pt x="8388" y="0"/>
                </a:lnTo>
                <a:close/>
              </a:path>
              <a:path w="61594" h="80009">
                <a:moveTo>
                  <a:pt x="61163" y="0"/>
                </a:moveTo>
                <a:lnTo>
                  <a:pt x="45280" y="0"/>
                </a:lnTo>
                <a:lnTo>
                  <a:pt x="45280" y="45645"/>
                </a:lnTo>
                <a:lnTo>
                  <a:pt x="61163" y="45645"/>
                </a:lnTo>
                <a:lnTo>
                  <a:pt x="61163" y="0"/>
                </a:lnTo>
                <a:close/>
              </a:path>
            </a:pathLst>
          </a:custGeom>
          <a:solidFill>
            <a:srgbClr val="2b29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bk object 37"/>
          <p:cNvSpPr/>
          <p:nvPr/>
        </p:nvSpPr>
        <p:spPr>
          <a:xfrm>
            <a:off x="605880" y="631800"/>
            <a:ext cx="212760" cy="78120"/>
          </a:xfrm>
          <a:prstGeom prst="rect">
            <a:avLst/>
          </a:pr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bk object 38"/>
          <p:cNvSpPr/>
          <p:nvPr/>
        </p:nvSpPr>
        <p:spPr>
          <a:xfrm>
            <a:off x="501120" y="631800"/>
            <a:ext cx="73080" cy="7812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bk object 39"/>
          <p:cNvSpPr/>
          <p:nvPr/>
        </p:nvSpPr>
        <p:spPr>
          <a:xfrm>
            <a:off x="415800" y="632880"/>
            <a:ext cx="63360" cy="77040"/>
          </a:xfrm>
          <a:prstGeom prst="rect">
            <a:avLst/>
          </a:pr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bk object 40"/>
          <p:cNvSpPr/>
          <p:nvPr/>
        </p:nvSpPr>
        <p:spPr>
          <a:xfrm>
            <a:off x="467280" y="106560"/>
            <a:ext cx="442080" cy="445680"/>
          </a:xfrm>
          <a:prstGeom prst="rect">
            <a:avLst/>
          </a:prstGeom>
          <a:blipFill rotWithShape="0">
            <a:blip r:embed="rId1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bk object 17"/>
          <p:cNvSpPr/>
          <p:nvPr/>
        </p:nvSpPr>
        <p:spPr>
          <a:xfrm>
            <a:off x="14311080" y="231840"/>
            <a:ext cx="318600" cy="297720"/>
          </a:xfrm>
          <a:custGeom>
            <a:avLst/>
            <a:gdLst/>
            <a:ahLst/>
            <a:rect l="l" t="t" r="r" b="b"/>
            <a:pathLst>
              <a:path w="320040" h="299084">
                <a:moveTo>
                  <a:pt x="0" y="0"/>
                </a:moveTo>
                <a:lnTo>
                  <a:pt x="319453" y="0"/>
                </a:lnTo>
                <a:lnTo>
                  <a:pt x="319453" y="298606"/>
                </a:lnTo>
                <a:lnTo>
                  <a:pt x="0" y="298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bk object 18"/>
          <p:cNvSpPr/>
          <p:nvPr/>
        </p:nvSpPr>
        <p:spPr>
          <a:xfrm>
            <a:off x="12526920" y="231840"/>
            <a:ext cx="2102400" cy="297720"/>
          </a:xfrm>
          <a:custGeom>
            <a:avLst/>
            <a:gdLst/>
            <a:ahLst/>
            <a:rect l="l" t="t" r="r" b="b"/>
            <a:pathLst>
              <a:path w="2103755" h="299084">
                <a:moveTo>
                  <a:pt x="1790877" y="0"/>
                </a:moveTo>
                <a:lnTo>
                  <a:pt x="0" y="0"/>
                </a:lnTo>
                <a:lnTo>
                  <a:pt x="0" y="298606"/>
                </a:lnTo>
                <a:lnTo>
                  <a:pt x="2103616" y="298606"/>
                </a:lnTo>
                <a:lnTo>
                  <a:pt x="1790877" y="0"/>
                </a:lnTo>
                <a:close/>
              </a:path>
            </a:pathLst>
          </a:custGeom>
          <a:solidFill>
            <a:srgbClr val="0061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bk object 19"/>
          <p:cNvSpPr/>
          <p:nvPr/>
        </p:nvSpPr>
        <p:spPr>
          <a:xfrm>
            <a:off x="12700080" y="322200"/>
            <a:ext cx="87120" cy="118080"/>
          </a:xfrm>
          <a:prstGeom prst="rect">
            <a:avLst/>
          </a:prstGeom>
          <a:blipFill rotWithShape="0">
            <a:blip r:embed="rId1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bk object 20"/>
          <p:cNvSpPr/>
          <p:nvPr/>
        </p:nvSpPr>
        <p:spPr>
          <a:xfrm>
            <a:off x="13764240" y="319320"/>
            <a:ext cx="110160" cy="122040"/>
          </a:xfrm>
          <a:prstGeom prst="rect">
            <a:avLst/>
          </a:prstGeom>
          <a:blipFill rotWithShape="0">
            <a:blip r:embed="rId1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bk object 21"/>
          <p:cNvSpPr/>
          <p:nvPr/>
        </p:nvSpPr>
        <p:spPr>
          <a:xfrm>
            <a:off x="13445280" y="344520"/>
            <a:ext cx="360" cy="95760"/>
          </a:xfrm>
          <a:custGeom>
            <a:avLst/>
            <a:gdLst/>
            <a:ahLst/>
            <a:rect l="l" t="t" r="r" b="b"/>
            <a:pathLst>
              <a:path w="0" h="97154">
                <a:moveTo>
                  <a:pt x="0" y="0"/>
                </a:moveTo>
                <a:lnTo>
                  <a:pt x="0" y="97063"/>
                </a:lnTo>
              </a:path>
            </a:pathLst>
          </a:custGeom>
          <a:noFill/>
          <a:ln w="24918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bk object 22"/>
          <p:cNvSpPr/>
          <p:nvPr/>
        </p:nvSpPr>
        <p:spPr>
          <a:xfrm>
            <a:off x="13393080" y="333360"/>
            <a:ext cx="102600" cy="360"/>
          </a:xfrm>
          <a:custGeom>
            <a:avLst/>
            <a:gdLst/>
            <a:ahLst/>
            <a:rect l="l" t="t" r="r" b="b"/>
            <a:pathLst>
              <a:path w="104140" h="0">
                <a:moveTo>
                  <a:pt x="0" y="0"/>
                </a:moveTo>
                <a:lnTo>
                  <a:pt x="103805" y="0"/>
                </a:lnTo>
              </a:path>
            </a:pathLst>
          </a:custGeom>
          <a:noFill/>
          <a:ln w="21984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bk object 23"/>
          <p:cNvSpPr/>
          <p:nvPr/>
        </p:nvSpPr>
        <p:spPr>
          <a:xfrm>
            <a:off x="12979800" y="320760"/>
            <a:ext cx="111600" cy="119160"/>
          </a:xfrm>
          <a:prstGeom prst="rect">
            <a:avLst/>
          </a:prstGeom>
          <a:blipFill rotWithShape="0">
            <a:blip r:embed="rId1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bk object 24"/>
          <p:cNvSpPr/>
          <p:nvPr/>
        </p:nvSpPr>
        <p:spPr>
          <a:xfrm>
            <a:off x="14054040" y="319320"/>
            <a:ext cx="104400" cy="121680"/>
          </a:xfrm>
          <a:prstGeom prst="rect">
            <a:avLst/>
          </a:prstGeom>
          <a:blipFill rotWithShape="0">
            <a:blip r:embed="rId2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bk object 25"/>
          <p:cNvSpPr/>
          <p:nvPr/>
        </p:nvSpPr>
        <p:spPr>
          <a:xfrm>
            <a:off x="13135680" y="321480"/>
            <a:ext cx="97200" cy="118800"/>
          </a:xfrm>
          <a:prstGeom prst="rect">
            <a:avLst/>
          </a:prstGeom>
          <a:blipFill rotWithShape="0">
            <a:blip r:embed="rId2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bk object 26"/>
          <p:cNvSpPr/>
          <p:nvPr/>
        </p:nvSpPr>
        <p:spPr>
          <a:xfrm>
            <a:off x="12911400" y="388080"/>
            <a:ext cx="24120" cy="51840"/>
          </a:xfrm>
          <a:custGeom>
            <a:avLst/>
            <a:gdLst/>
            <a:ahLst/>
            <a:rect l="l" t="t" r="r" b="b"/>
            <a:pathLst>
              <a:path w="25400" h="53340">
                <a:moveTo>
                  <a:pt x="24912" y="0"/>
                </a:moveTo>
                <a:lnTo>
                  <a:pt x="0" y="0"/>
                </a:lnTo>
                <a:lnTo>
                  <a:pt x="0" y="53251"/>
                </a:lnTo>
                <a:lnTo>
                  <a:pt x="24912" y="53251"/>
                </a:lnTo>
                <a:lnTo>
                  <a:pt x="24912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bk object 27"/>
          <p:cNvSpPr/>
          <p:nvPr/>
        </p:nvSpPr>
        <p:spPr>
          <a:xfrm>
            <a:off x="12838680" y="387720"/>
            <a:ext cx="24120" cy="51840"/>
          </a:xfrm>
          <a:custGeom>
            <a:avLst/>
            <a:gdLst/>
            <a:ahLst/>
            <a:rect l="l" t="t" r="r" b="b"/>
            <a:pathLst>
              <a:path w="25400" h="53340">
                <a:moveTo>
                  <a:pt x="0" y="53340"/>
                </a:moveTo>
                <a:lnTo>
                  <a:pt x="24911" y="53340"/>
                </a:lnTo>
                <a:lnTo>
                  <a:pt x="24911" y="0"/>
                </a:lnTo>
                <a:lnTo>
                  <a:pt x="0" y="0"/>
                </a:lnTo>
                <a:lnTo>
                  <a:pt x="0" y="5334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bk object 28"/>
          <p:cNvSpPr/>
          <p:nvPr/>
        </p:nvSpPr>
        <p:spPr>
          <a:xfrm>
            <a:off x="12838680" y="376920"/>
            <a:ext cx="96480" cy="360"/>
          </a:xfrm>
          <a:custGeom>
            <a:avLst/>
            <a:gdLst/>
            <a:ahLst/>
            <a:rect l="l" t="t" r="r" b="b"/>
            <a:pathLst>
              <a:path w="97790" h="0">
                <a:moveTo>
                  <a:pt x="0" y="0"/>
                </a:moveTo>
                <a:lnTo>
                  <a:pt x="97379" y="0"/>
                </a:lnTo>
              </a:path>
            </a:pathLst>
          </a:custGeom>
          <a:noFill/>
          <a:ln w="21589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bk object 29"/>
          <p:cNvSpPr/>
          <p:nvPr/>
        </p:nvSpPr>
        <p:spPr>
          <a:xfrm>
            <a:off x="12838680" y="321840"/>
            <a:ext cx="24120" cy="42840"/>
          </a:xfrm>
          <a:custGeom>
            <a:avLst/>
            <a:gdLst/>
            <a:ahLst/>
            <a:rect l="l" t="t" r="r" b="b"/>
            <a:pathLst>
              <a:path w="25400" h="44450">
                <a:moveTo>
                  <a:pt x="0" y="44450"/>
                </a:moveTo>
                <a:lnTo>
                  <a:pt x="24911" y="44450"/>
                </a:lnTo>
                <a:lnTo>
                  <a:pt x="24911" y="0"/>
                </a:lnTo>
                <a:lnTo>
                  <a:pt x="0" y="0"/>
                </a:lnTo>
                <a:lnTo>
                  <a:pt x="0" y="4445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bk object 30"/>
          <p:cNvSpPr/>
          <p:nvPr/>
        </p:nvSpPr>
        <p:spPr>
          <a:xfrm>
            <a:off x="12911400" y="322200"/>
            <a:ext cx="24120" cy="42840"/>
          </a:xfrm>
          <a:custGeom>
            <a:avLst/>
            <a:gdLst/>
            <a:ahLst/>
            <a:rect l="l" t="t" r="r" b="b"/>
            <a:pathLst>
              <a:path w="25400" h="44450">
                <a:moveTo>
                  <a:pt x="24912" y="0"/>
                </a:moveTo>
                <a:lnTo>
                  <a:pt x="0" y="0"/>
                </a:lnTo>
                <a:lnTo>
                  <a:pt x="0" y="43910"/>
                </a:lnTo>
                <a:lnTo>
                  <a:pt x="24912" y="43910"/>
                </a:lnTo>
                <a:lnTo>
                  <a:pt x="24912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bk object 31"/>
          <p:cNvSpPr/>
          <p:nvPr/>
        </p:nvSpPr>
        <p:spPr>
          <a:xfrm>
            <a:off x="14210640" y="322200"/>
            <a:ext cx="80640" cy="117720"/>
          </a:xfrm>
          <a:prstGeom prst="rect">
            <a:avLst/>
          </a:prstGeom>
          <a:blipFill rotWithShape="0">
            <a:blip r:embed="rId2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bk object 32"/>
          <p:cNvSpPr/>
          <p:nvPr/>
        </p:nvSpPr>
        <p:spPr>
          <a:xfrm>
            <a:off x="13644000" y="322200"/>
            <a:ext cx="80640" cy="117720"/>
          </a:xfrm>
          <a:prstGeom prst="rect">
            <a:avLst/>
          </a:prstGeom>
          <a:blipFill rotWithShape="0">
            <a:blip r:embed="rId2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bk object 33"/>
          <p:cNvSpPr/>
          <p:nvPr/>
        </p:nvSpPr>
        <p:spPr>
          <a:xfrm>
            <a:off x="13258800" y="320760"/>
            <a:ext cx="111600" cy="119160"/>
          </a:xfrm>
          <a:prstGeom prst="rect">
            <a:avLst/>
          </a:prstGeom>
          <a:blipFill rotWithShape="0">
            <a:blip r:embed="rId2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bk object 34"/>
          <p:cNvSpPr/>
          <p:nvPr/>
        </p:nvSpPr>
        <p:spPr>
          <a:xfrm>
            <a:off x="13925520" y="321480"/>
            <a:ext cx="97200" cy="118800"/>
          </a:xfrm>
          <a:prstGeom prst="rect">
            <a:avLst/>
          </a:prstGeom>
          <a:blipFill rotWithShape="0">
            <a:blip r:embed="rId2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latin typeface="Arial"/>
              </a:rPr>
              <a:t>Click to edit the title text format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6424920" cy="477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Click to edit the outline text format</a:t>
            </a:r>
            <a:endParaRPr b="0" lang="en-IN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Second Outline Level</a:t>
            </a:r>
            <a:endParaRPr b="0" lang="en-IN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Third Outline Level</a:t>
            </a:r>
            <a:endParaRPr b="0" lang="en-IN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Fourth Outline Level</a:t>
            </a:r>
            <a:endParaRPr b="0" lang="en-IN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Fifth Outline Level</a:t>
            </a:r>
            <a:endParaRPr b="0" lang="en-IN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Sixth Outline Level</a:t>
            </a:r>
            <a:endParaRPr b="0" lang="en-IN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Seventh Outline Level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7478280" y="1925640"/>
            <a:ext cx="6424920" cy="477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Click to edit the outline text format</a:t>
            </a:r>
            <a:endParaRPr b="0" lang="en-IN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Second Outline Level</a:t>
            </a:r>
            <a:endParaRPr b="0" lang="en-IN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Third Outline Level</a:t>
            </a:r>
            <a:endParaRPr b="0" lang="en-IN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Fourth Outline Level</a:t>
            </a:r>
            <a:endParaRPr b="0" lang="en-IN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Fifth Outline Level</a:t>
            </a:r>
            <a:endParaRPr b="0" lang="en-IN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Sixth Outline Level</a:t>
            </a:r>
            <a:endParaRPr b="0" lang="en-IN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Seventh Outline Level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ftr" idx="4"/>
          </p:nvPr>
        </p:nvSpPr>
        <p:spPr>
          <a:xfrm>
            <a:off x="4974480" y="7653600"/>
            <a:ext cx="4680360" cy="2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5"/>
          </p:nvPr>
        </p:nvSpPr>
        <p:spPr>
          <a:xfrm>
            <a:off x="10533960" y="7653600"/>
            <a:ext cx="3363480" cy="2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IN" sz="18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6378B1-9D54-4D46-8A64-3EFF2BCD81CF}" type="slidenum">
              <a:rPr b="0" lang="en-IN" sz="18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800" spc="-1" strike="noStrike">
              <a:latin typeface="Times New Roman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 type="dt" idx="6"/>
          </p:nvPr>
        </p:nvSpPr>
        <p:spPr>
          <a:xfrm>
            <a:off x="731520" y="7653600"/>
            <a:ext cx="3363480" cy="2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6"/>
    <p:sldLayoutId id="2147483663" r:id="rId27"/>
    <p:sldLayoutId id="2147483664" r:id="rId28"/>
    <p:sldLayoutId id="2147483665" r:id="rId29"/>
    <p:sldLayoutId id="2147483666" r:id="rId30"/>
    <p:sldLayoutId id="2147483667" r:id="rId31"/>
    <p:sldLayoutId id="2147483668" r:id="rId32"/>
    <p:sldLayoutId id="2147483669" r:id="rId33"/>
    <p:sldLayoutId id="2147483670" r:id="rId34"/>
    <p:sldLayoutId id="2147483671" r:id="rId35"/>
    <p:sldLayoutId id="2147483672" r:id="rId36"/>
    <p:sldLayoutId id="2147483673" r:id="rId37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bk object 16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latin typeface="Arial"/>
              </a:rPr>
              <a:t>Click to edit the title text format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6424920" cy="477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Click to edit the outline text format</a:t>
            </a:r>
            <a:endParaRPr b="0" lang="en-IN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Second Outline Level</a:t>
            </a:r>
            <a:endParaRPr b="0" lang="en-IN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Third Outline Level</a:t>
            </a:r>
            <a:endParaRPr b="0" lang="en-IN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Fourth Outline Level</a:t>
            </a:r>
            <a:endParaRPr b="0" lang="en-IN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Fifth Outline Level</a:t>
            </a:r>
            <a:endParaRPr b="0" lang="en-IN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Sixth Outline Level</a:t>
            </a:r>
            <a:endParaRPr b="0" lang="en-IN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Seventh Outline Level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7478280" y="1925640"/>
            <a:ext cx="6424920" cy="477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Click to edit the outline text format</a:t>
            </a:r>
            <a:endParaRPr b="0" lang="en-IN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Second Outline Level</a:t>
            </a:r>
            <a:endParaRPr b="0" lang="en-IN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Third Outline Level</a:t>
            </a:r>
            <a:endParaRPr b="0" lang="en-IN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Arial"/>
              </a:rPr>
              <a:t>Fourth Outline Level</a:t>
            </a:r>
            <a:endParaRPr b="0" lang="en-IN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Fifth Outline Level</a:t>
            </a:r>
            <a:endParaRPr b="0" lang="en-IN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Sixth Outline Level</a:t>
            </a:r>
            <a:endParaRPr b="0" lang="en-IN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Arial"/>
              </a:rPr>
              <a:t>Seventh Outline Level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ftr" idx="7"/>
          </p:nvPr>
        </p:nvSpPr>
        <p:spPr>
          <a:xfrm>
            <a:off x="4974480" y="7653600"/>
            <a:ext cx="4680360" cy="2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 type="sldNum" idx="8"/>
          </p:nvPr>
        </p:nvSpPr>
        <p:spPr>
          <a:xfrm>
            <a:off x="10533960" y="7653600"/>
            <a:ext cx="3363480" cy="2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8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78BD218-4B97-493A-9F5C-8E73A3BE168F}" type="slidenum">
              <a:rPr b="0" lang="en-US" sz="18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800" spc="-1" strike="noStrike">
              <a:latin typeface="Times New Roman"/>
            </a:endParaRPr>
          </a:p>
        </p:txBody>
      </p:sp>
      <p:sp>
        <p:nvSpPr>
          <p:cNvPr id="134" name="PlaceHolder 6"/>
          <p:cNvSpPr>
            <a:spLocks noGrp="1"/>
          </p:cNvSpPr>
          <p:nvPr>
            <p:ph type="dt" idx="9"/>
          </p:nvPr>
        </p:nvSpPr>
        <p:spPr>
          <a:xfrm>
            <a:off x="731520" y="7653600"/>
            <a:ext cx="3363480" cy="2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bk object 16" hidden="1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bk object 16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PlaceHolder 1"/>
          <p:cNvSpPr>
            <a:spLocks noGrp="1"/>
          </p:cNvSpPr>
          <p:nvPr>
            <p:ph type="ftr" idx="10"/>
          </p:nvPr>
        </p:nvSpPr>
        <p:spPr>
          <a:xfrm>
            <a:off x="4974480" y="7653600"/>
            <a:ext cx="4680360" cy="2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sldNum" idx="11"/>
          </p:nvPr>
        </p:nvSpPr>
        <p:spPr>
          <a:xfrm>
            <a:off x="10533960" y="7653600"/>
            <a:ext cx="3363480" cy="2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8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181BD7A-780A-4291-BB1C-8F1A83BF995B}" type="slidenum">
              <a:rPr b="0" lang="en-US" sz="18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800" spc="-1" strike="noStrike">
              <a:latin typeface="Times New Roman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dt" idx="12"/>
          </p:nvPr>
        </p:nvSpPr>
        <p:spPr>
          <a:xfrm>
            <a:off x="731520" y="7653600"/>
            <a:ext cx="3363480" cy="27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77" name="PlaceHolder 5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37.xml"/><Relationship Id="rId5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Picture 10" descr=""/>
          <p:cNvPicPr/>
          <p:nvPr/>
        </p:nvPicPr>
        <p:blipFill>
          <a:blip r:embed="rId1"/>
          <a:stretch/>
        </p:blipFill>
        <p:spPr>
          <a:xfrm>
            <a:off x="6308280" y="543960"/>
            <a:ext cx="2187720" cy="2436840"/>
          </a:xfrm>
          <a:prstGeom prst="rect">
            <a:avLst/>
          </a:prstGeom>
          <a:ln w="0">
            <a:noFill/>
          </a:ln>
        </p:spPr>
      </p:pic>
      <p:pic>
        <p:nvPicPr>
          <p:cNvPr id="221" name="Picture 11" descr=""/>
          <p:cNvPicPr/>
          <p:nvPr/>
        </p:nvPicPr>
        <p:blipFill>
          <a:blip r:embed="rId2"/>
          <a:stretch/>
        </p:blipFill>
        <p:spPr>
          <a:xfrm>
            <a:off x="6304680" y="3173040"/>
            <a:ext cx="2194560" cy="167400"/>
          </a:xfrm>
          <a:prstGeom prst="rect">
            <a:avLst/>
          </a:prstGeom>
          <a:ln w="0">
            <a:noFill/>
          </a:ln>
        </p:spPr>
      </p:pic>
      <p:sp>
        <p:nvSpPr>
          <p:cNvPr id="222" name="TextBox 5"/>
          <p:cNvSpPr/>
          <p:nvPr/>
        </p:nvSpPr>
        <p:spPr>
          <a:xfrm>
            <a:off x="2473560" y="3532680"/>
            <a:ext cx="9857160" cy="40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IN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IN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Book Antiqua"/>
                <a:ea typeface="DejaVu Sans"/>
              </a:rPr>
              <a:t>KALYANI AUTONOMOUS UNDERWATER VEHICLES (AUVs)</a:t>
            </a:r>
            <a:endParaRPr b="0" lang="en-IN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IN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IN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IN" sz="3359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  <a:buNone/>
            </a:pPr>
            <a:endParaRPr b="0" lang="en-IN" sz="3359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  <a:buNone/>
            </a:pPr>
            <a:r>
              <a:rPr b="1" lang="en-IN" sz="1200" spc="-1" strike="noStrike">
                <a:solidFill>
                  <a:srgbClr val="000000"/>
                </a:solidFill>
                <a:latin typeface="Book Antiqua"/>
                <a:ea typeface="DejaVu Sans"/>
              </a:rPr>
              <a:t>Prepared for: Technical Review</a:t>
            </a:r>
            <a:r>
              <a:rPr b="1" lang="en-IN" sz="1200" spc="-1" strike="noStrike">
                <a:solidFill>
                  <a:srgbClr val="000000"/>
                </a:solidFill>
                <a:latin typeface="Book Antiqua"/>
                <a:ea typeface="DejaVu Sans"/>
              </a:rPr>
              <a:t>	</a:t>
            </a:r>
            <a:r>
              <a:rPr b="1" lang="en-IN" sz="1200" spc="-1" strike="noStrike">
                <a:solidFill>
                  <a:srgbClr val="000000"/>
                </a:solidFill>
                <a:latin typeface="Book Antiqua"/>
                <a:ea typeface="DejaVu Sans"/>
              </a:rPr>
              <a:t>	</a:t>
            </a:r>
            <a:r>
              <a:rPr b="1" lang="en-IN" sz="1200" spc="-1" strike="noStrike">
                <a:solidFill>
                  <a:srgbClr val="000000"/>
                </a:solidFill>
                <a:latin typeface="Book Antiqua"/>
                <a:ea typeface="DejaVu Sans"/>
              </a:rPr>
              <a:t>	</a:t>
            </a:r>
            <a:r>
              <a:rPr b="1" lang="en-IN" sz="1200" spc="-1" strike="noStrike">
                <a:solidFill>
                  <a:srgbClr val="000000"/>
                </a:solidFill>
                <a:latin typeface="Book Antiqua"/>
                <a:ea typeface="DejaVu Sans"/>
              </a:rPr>
              <a:t>	</a:t>
            </a:r>
            <a:r>
              <a:rPr b="1" lang="en-IN" sz="1200" spc="-1" strike="noStrike">
                <a:solidFill>
                  <a:srgbClr val="000000"/>
                </a:solidFill>
                <a:latin typeface="Book Antiqua"/>
                <a:ea typeface="DejaVu Sans"/>
              </a:rPr>
              <a:t>	</a:t>
            </a:r>
            <a:r>
              <a:rPr b="1" lang="en-IN" sz="1200" spc="-1" strike="noStrike">
                <a:solidFill>
                  <a:srgbClr val="000000"/>
                </a:solidFill>
                <a:latin typeface="Book Antiqua"/>
                <a:ea typeface="DejaVu Sans"/>
              </a:rPr>
              <a:t>	</a:t>
            </a:r>
            <a:r>
              <a:rPr b="1" lang="en-IN" sz="1200" spc="-1" strike="noStrike">
                <a:solidFill>
                  <a:srgbClr val="000000"/>
                </a:solidFill>
                <a:latin typeface="Book Antiqua"/>
                <a:ea typeface="DejaVu Sans"/>
              </a:rPr>
              <a:t>Date: January 28, 2026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3" name="TextBox 4"/>
          <p:cNvSpPr/>
          <p:nvPr/>
        </p:nvSpPr>
        <p:spPr>
          <a:xfrm>
            <a:off x="3657600" y="5562720"/>
            <a:ext cx="7313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Book Antiqua"/>
                <a:ea typeface="DejaVu Sans"/>
              </a:rPr>
              <a:t>Comprehensive Technical, Market &amp;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Book Antiqua"/>
                <a:ea typeface="DejaVu Sans"/>
              </a:rPr>
              <a:t>Indigenous Design Report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4"/>
          <p:cNvSpPr/>
          <p:nvPr/>
        </p:nvSpPr>
        <p:spPr>
          <a:xfrm>
            <a:off x="1066680" y="39600"/>
            <a:ext cx="1189692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IN" sz="3600" spc="-1" strike="noStrike">
                <a:solidFill>
                  <a:srgbClr val="0070c0"/>
                </a:solidFill>
                <a:latin typeface="Book Antiqua"/>
                <a:ea typeface="DejaVu Sans"/>
              </a:rPr>
              <a:t>Table of Contents</a:t>
            </a:r>
            <a:endParaRPr b="0" lang="en-IN" sz="3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3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3600" spc="-1" strike="noStrike">
              <a:latin typeface="Arial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/>
          </p:nvPr>
        </p:nvSpPr>
        <p:spPr>
          <a:xfrm>
            <a:off x="731520" y="1440000"/>
            <a:ext cx="6107400" cy="61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1. Introduction</a:t>
            </a:r>
            <a:endParaRPr b="0" lang="en-IN" sz="16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2. Historical Evolution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buNone/>
            </a:pPr>
            <a:endParaRPr b="0" lang="en-IN" sz="1600" spc="-1" strike="noStrike"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7020000" y="1440000"/>
            <a:ext cx="6298920" cy="61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15.Cost Breakdown &amp; TCO</a:t>
            </a:r>
            <a:endParaRPr b="0" lang="en-IN" sz="16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16.IDDM Roadmap</a:t>
            </a:r>
            <a:endParaRPr b="0" lang="en-IN" sz="16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17.Risks &amp; Mitigations</a:t>
            </a:r>
            <a:endParaRPr b="0" lang="en-IN" sz="16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18.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2719080" y="3754440"/>
            <a:ext cx="9190800" cy="115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3134520" cy="47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4024080" y="1925640"/>
            <a:ext cx="3134520" cy="477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object 2"/>
          <p:cNvSpPr/>
          <p:nvPr/>
        </p:nvSpPr>
        <p:spPr>
          <a:xfrm>
            <a:off x="0" y="0"/>
            <a:ext cx="14628960" cy="82281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object 3"/>
          <p:cNvSpPr/>
          <p:nvPr/>
        </p:nvSpPr>
        <p:spPr>
          <a:xfrm>
            <a:off x="5922720" y="0"/>
            <a:ext cx="4059360" cy="4300560"/>
          </a:xfrm>
          <a:custGeom>
            <a:avLst/>
            <a:gdLst/>
            <a:ahLst/>
            <a:rect l="l" t="t" r="r" b="b"/>
            <a:pathLst>
              <a:path w="4060825" h="4302125">
                <a:moveTo>
                  <a:pt x="0" y="0"/>
                </a:moveTo>
                <a:lnTo>
                  <a:pt x="4060556" y="4301528"/>
                </a:lnTo>
              </a:path>
            </a:pathLst>
          </a:custGeom>
          <a:noFill/>
          <a:ln w="15238">
            <a:solidFill>
              <a:srgbClr val="0061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object 4"/>
          <p:cNvSpPr/>
          <p:nvPr/>
        </p:nvSpPr>
        <p:spPr>
          <a:xfrm>
            <a:off x="10816560" y="5214600"/>
            <a:ext cx="2847240" cy="3014280"/>
          </a:xfrm>
          <a:custGeom>
            <a:avLst/>
            <a:gdLst/>
            <a:ahLst/>
            <a:rect l="l" t="t" r="r" b="b"/>
            <a:pathLst>
              <a:path w="2848609" h="3015615">
                <a:moveTo>
                  <a:pt x="0" y="0"/>
                </a:moveTo>
                <a:lnTo>
                  <a:pt x="2848110" y="3015122"/>
                </a:lnTo>
              </a:path>
            </a:pathLst>
          </a:custGeom>
          <a:noFill/>
          <a:ln w="15238">
            <a:solidFill>
              <a:srgbClr val="0061a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2286000" y="4071240"/>
            <a:ext cx="10128240" cy="24804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4"/>
              </a:spcBef>
              <a:buNone/>
            </a:pPr>
            <a:r>
              <a:rPr b="1" lang="en-US" sz="5400" spc="83" strike="noStrike">
                <a:solidFill>
                  <a:srgbClr val="0061ab"/>
                </a:solidFill>
                <a:latin typeface="Calibri"/>
              </a:rPr>
              <a:t>Let's </a:t>
            </a:r>
            <a:r>
              <a:rPr b="1" lang="en-IN" sz="5400" spc="395" strike="noStrike">
                <a:solidFill>
                  <a:srgbClr val="0061ab"/>
                </a:solidFill>
                <a:latin typeface="Calibri"/>
              </a:rPr>
              <a:t>strive for an ‘AatmaNirbhar Bharat’</a:t>
            </a:r>
            <a:r>
              <a:rPr b="1" lang="en-IN" sz="5400" spc="259" strike="noStrike">
                <a:solidFill>
                  <a:srgbClr val="0061ab"/>
                </a:solidFill>
                <a:latin typeface="Calibri"/>
              </a:rPr>
              <a:t>, </a:t>
            </a:r>
            <a:r>
              <a:rPr b="1" lang="en-IN" sz="5400" spc="304" strike="noStrike">
                <a:solidFill>
                  <a:srgbClr val="0061ab"/>
                </a:solidFill>
                <a:latin typeface="Calibri"/>
              </a:rPr>
              <a:t>together!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234" name="object 6"/>
          <p:cNvSpPr/>
          <p:nvPr/>
        </p:nvSpPr>
        <p:spPr>
          <a:xfrm>
            <a:off x="9968040" y="4295160"/>
            <a:ext cx="851400" cy="934560"/>
          </a:xfrm>
          <a:custGeom>
            <a:avLst/>
            <a:gdLst/>
            <a:ahLst/>
            <a:rect l="l" t="t" r="r" b="b"/>
            <a:pathLst>
              <a:path w="852804" h="935989">
                <a:moveTo>
                  <a:pt x="852507" y="0"/>
                </a:moveTo>
                <a:lnTo>
                  <a:pt x="0" y="2913"/>
                </a:lnTo>
                <a:lnTo>
                  <a:pt x="852507" y="935546"/>
                </a:lnTo>
                <a:lnTo>
                  <a:pt x="852507" y="0"/>
                </a:lnTo>
                <a:close/>
              </a:path>
            </a:pathLst>
          </a:custGeom>
          <a:solidFill>
            <a:srgbClr val="0061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object 36"/>
          <p:cNvSpPr/>
          <p:nvPr/>
        </p:nvSpPr>
        <p:spPr>
          <a:xfrm>
            <a:off x="5600160" y="2667960"/>
            <a:ext cx="360" cy="961200"/>
          </a:xfrm>
          <a:custGeom>
            <a:avLst/>
            <a:gdLst/>
            <a:ahLst/>
            <a:rect l="l" t="t" r="r" b="b"/>
            <a:pathLst>
              <a:path w="0" h="962660">
                <a:moveTo>
                  <a:pt x="0" y="0"/>
                </a:moveTo>
                <a:lnTo>
                  <a:pt x="0" y="962582"/>
                </a:lnTo>
              </a:path>
            </a:pathLst>
          </a:custGeom>
          <a:noFill/>
          <a:ln w="3175">
            <a:solidFill>
              <a:srgbClr val="9e9e9e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36" name="Picture 37" descr=""/>
          <p:cNvPicPr/>
          <p:nvPr/>
        </p:nvPicPr>
        <p:blipFill>
          <a:blip r:embed="rId2"/>
          <a:stretch/>
        </p:blipFill>
        <p:spPr>
          <a:xfrm>
            <a:off x="6123600" y="2590920"/>
            <a:ext cx="924120" cy="1029600"/>
          </a:xfrm>
          <a:prstGeom prst="rect">
            <a:avLst/>
          </a:prstGeom>
          <a:ln w="0">
            <a:noFill/>
          </a:ln>
        </p:spPr>
      </p:pic>
      <p:pic>
        <p:nvPicPr>
          <p:cNvPr id="237" name="Picture 38" descr=""/>
          <p:cNvPicPr/>
          <p:nvPr/>
        </p:nvPicPr>
        <p:blipFill>
          <a:blip r:embed="rId3"/>
          <a:stretch/>
        </p:blipFill>
        <p:spPr>
          <a:xfrm>
            <a:off x="2286000" y="3097080"/>
            <a:ext cx="2711880" cy="212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_rels/item4.xml.rels><?xml version="1.0" encoding="UTF-8"?>
<Relationships xmlns="http://schemas.openxmlformats.org/package/2006/relationships"><Relationship Id="rId1" Type="http://schemas.openxmlformats.org/officeDocument/2006/relationships/customXmlProps" Target="itemProps4.xml"/>
</Relationships>
</file>

<file path=customXml/_rels/item5.xml.rels><?xml version="1.0" encoding="UTF-8"?>
<Relationships xmlns="http://schemas.openxmlformats.org/package/2006/relationships"><Relationship Id="rId1" Type="http://schemas.openxmlformats.org/officeDocument/2006/relationships/customXmlProps" Target="itemProps5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Klassify>
  <SNO>1</SNO>
  <KDate>2022-04-12 13:45:20</KDate>
  <Classification>INTERNAL</Classification>
  <Subclassification/>
  <HostName>N9PDR3023</HostName>
  <Domain_User>BHARATFORGE/ebfl23944</Domain_User>
  <IPAdd>172.21.233.134</IPAdd>
  <FilePath>C:\Users\ebfl23944\Desktop\COM Visit-20th April 2022\COM Draft PPT 20 APR 22.pptx</FilePath>
  <KID>CC483A348271637853679208352261</KID>
  <UniqueName/>
  <Suggested/>
  <Justification/>
</Klassify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0FF8071E97684792E3A70477676A65" ma:contentTypeVersion="12" ma:contentTypeDescription="Create a new document." ma:contentTypeScope="" ma:versionID="06b6bb03c7c258463ff6ac1138d907e2">
  <xsd:schema xmlns:xsd="http://www.w3.org/2001/XMLSchema" xmlns:xs="http://www.w3.org/2001/XMLSchema" xmlns:p="http://schemas.microsoft.com/office/2006/metadata/properties" xmlns:ns3="0be2cc00-442a-412e-be67-36009b618aa2" targetNamespace="http://schemas.microsoft.com/office/2006/metadata/properties" ma:root="true" ma:fieldsID="f7b634d5f4bb49c656bc6f09c030d5f7" ns3:_="">
    <xsd:import namespace="0be2cc00-442a-412e-be67-36009b618aa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e2cc00-442a-412e-be67-36009b618aa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be2cc00-442a-412e-be67-36009b618aa2" xsi:nil="true"/>
  </documentManagement>
</p:properties>
</file>

<file path=customXml/item5.xml><?xml version="1.0" encoding="utf-8"?>
<Klassify>
  <SNO>2</SNO>
  <KDate>2024-08-05 13:38:32</KDate>
  <Classification>UNCLASSIFIED</Classification>
  <Subclassification/>
  <HostName>N1PDR1067</HostName>
  <Domain_User>BHARATFORGE/ebfl42165</Domain_User>
  <IPAdd>172.21.238.172</IPAdd>
  <FilePath>Y:\Presentation\Central Boiler inspection Unit (CBIU)- 26 Jul 2024\BFL Capability Presentation_26Jul2024.pptx</FilePath>
  <KID>CC483A348271637853679208352261</KID>
  <UniqueName/>
  <Suggested/>
  <Justification/>
</Klassify>
</file>

<file path=customXml/itemProps1.xml><?xml version="1.0" encoding="utf-8"?>
<ds:datastoreItem xmlns:ds="http://schemas.openxmlformats.org/officeDocument/2006/customXml" ds:itemID="{E1885A62-DC23-4D79-8C9E-FB31251ED1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0B7B31-B494-4A5B-AA5C-47C26E4A5795}">
  <ds:schemaRefs/>
</ds:datastoreItem>
</file>

<file path=customXml/itemProps3.xml><?xml version="1.0" encoding="utf-8"?>
<ds:datastoreItem xmlns:ds="http://schemas.openxmlformats.org/officeDocument/2006/customXml" ds:itemID="{FE51C246-75C8-4736-9290-C6310A83E4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e2cc00-442a-412e-be67-36009b618a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204941F8-643B-4DF4-838E-0B55F7F9558A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0be2cc00-442a-412e-be67-36009b618aa2"/>
    <ds:schemaRef ds:uri="http://www.w3.org/XML/1998/namespace"/>
  </ds:schemaRefs>
</ds:datastoreItem>
</file>

<file path=customXml/itemProps5.xml><?xml version="1.0" encoding="utf-8"?>
<ds:datastoreItem xmlns:ds="http://schemas.openxmlformats.org/officeDocument/2006/customXml" ds:itemID="{C1F11BF8-3DEA-480C-B0D2-63F2D5E8764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20947</TotalTime>
  <Application>LibreOffice/7.3.7.2$Linux_X86_64 LibreOffice_project/30$Build-2</Application>
  <AppVersion>15.0000</AppVersion>
  <Words>1668</Words>
  <Paragraphs>325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2018-10-01T16:29:40Z</dcterms:created>
  <dc:creator>ADMIN</dc:creator>
  <dc:description/>
  <cp:keywords>UNCLASSIFIED</cp:keywords>
  <dc:language>en-IN</dc:language>
  <cp:lastModifiedBy/>
  <cp:lastPrinted>2025-09-03T10:36:07Z</cp:lastPrinted>
  <dcterms:modified xsi:type="dcterms:W3CDTF">2026-02-11T09:47:25Z</dcterms:modified>
  <cp:revision>1272</cp:revision>
  <dc:subject/>
  <dc:title>BFL Presentation New 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UNCLASSIFIED</vt:lpwstr>
  </property>
  <property fmtid="{D5CDD505-2E9C-101B-9397-08002B2CF9AE}" pid="3" name="ContentTypeId">
    <vt:lpwstr>0x0101001C0FF8071E97684792E3A70477676A65</vt:lpwstr>
  </property>
  <property fmtid="{D5CDD505-2E9C-101B-9397-08002B2CF9AE}" pid="4" name="Created">
    <vt:filetime>2018-10-01T00:00:00Z</vt:filetime>
  </property>
  <property fmtid="{D5CDD505-2E9C-101B-9397-08002B2CF9AE}" pid="5" name="Creator">
    <vt:lpwstr>CorelDRAW X6</vt:lpwstr>
  </property>
  <property fmtid="{D5CDD505-2E9C-101B-9397-08002B2CF9AE}" pid="6" name="KID">
    <vt:lpwstr>CC483A348271637853679208352261</vt:lpwstr>
  </property>
  <property fmtid="{D5CDD505-2E9C-101B-9397-08002B2CF9AE}" pid="7" name="LastSaved">
    <vt:filetime>2018-10-01T00:00:00Z</vt:filetime>
  </property>
  <property fmtid="{D5CDD505-2E9C-101B-9397-08002B2CF9AE}" pid="8" name="Notes">
    <vt:i4>11</vt:i4>
  </property>
  <property fmtid="{D5CDD505-2E9C-101B-9397-08002B2CF9AE}" pid="9" name="PresentationFormat">
    <vt:lpwstr>Custom</vt:lpwstr>
  </property>
  <property fmtid="{D5CDD505-2E9C-101B-9397-08002B2CF9AE}" pid="10" name="Rules">
    <vt:lpwstr/>
  </property>
  <property fmtid="{D5CDD505-2E9C-101B-9397-08002B2CF9AE}" pid="11" name="Slides">
    <vt:i4>22</vt:i4>
  </property>
</Properties>
</file>